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ave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Attack Surface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Overview &amp; Scope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94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Posture Assessment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697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Vulnerabilities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2004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 Breakdown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7033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Roadmap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206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Overview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[Bronze/Silver/Gold]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92608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52160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85216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Assets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377440"/>
            <a:ext cx="292608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2423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85216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Hosts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3566160"/>
            <a:ext cx="292608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5216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19202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0" y="1188720"/>
            <a:ext cx="192024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1188720"/>
            <a:ext cx="19202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Critical Findings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589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[Finding title — affected asset]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[Finding title — affected asset]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[Finding title — affected asset]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[Finding title — affected asset]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[Finding title — affected asset]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Posture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risk posture visualization / heat map here]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[Observation 1]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[Observation 2]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[Observation 3]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 Breakdown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651760" y="1325880"/>
            <a:ext cx="4572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 here]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325880"/>
            <a:ext cx="4572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204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 here]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325880"/>
            <a:ext cx="457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3550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 here]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51760" y="3154680"/>
            <a:ext cx="4572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58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Configuration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 here]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3154680"/>
            <a:ext cx="4572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204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 here]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3154680"/>
            <a:ext cx="4572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35508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 here]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Vulnerability Detail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[Duplicate for each critical finding]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RAVEN-EASM-[NNN]: [Finding Title]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13716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[X.X]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[asset.example.com]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[Business impact description]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[Screenshot/evidence placeholder]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[Specific remediation steps]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19202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Days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critical vulns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exposed creds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subdomain takeovers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097280"/>
            <a:ext cx="192024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misconfigs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 hardening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DMARC enforcement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19202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61–90 Days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097280"/>
            <a:ext cx="19202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maturity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training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prioritize critical findings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immediate remediation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follow-up retest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long-term security roadmap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continuous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ave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914400"/>
            <a:ext cx="274320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Cybersecurity IKE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[Contact]  |  [email]  |  [phone]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EASM Executive Assessment</dc:title>
  <dc:subject>PptxGenJS Presentation</dc:subject>
  <dc:creator>RAVEN Cybersecurity IKE</dc:creator>
  <cp:lastModifiedBy>RAVEN Cybersecurity IKE</cp:lastModifiedBy>
  <cp:revision>1</cp:revision>
  <dcterms:created xsi:type="dcterms:W3CDTF">2026-03-01T11:44:10Z</dcterms:created>
  <dcterms:modified xsi:type="dcterms:W3CDTF">2026-03-01T11:44:10Z</dcterms:modified>
</cp:coreProperties>
</file>