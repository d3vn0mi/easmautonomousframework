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ave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731520"/>
            <a:ext cx="274320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01168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Εξωτερική Επιφάνεια Επίθεσης</a:t>
            </a:r>
            <a:endParaRPr lang="en-US" sz="3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Αξιολόγηση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[CLIENT NAME]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200400" y="4114800"/>
            <a:ext cx="27432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[DATE]  |  ΕΜΠΙΣΤΕΥΤΙΚΟ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Ατζέντα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411480" cy="36576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11887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1188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Επισκόπηση &amp; Πεδίο Αξιολόγησης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411480" cy="36576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6916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691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Περίληψη Βασικών Ευρημάτων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411480" cy="36576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21945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194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Αξιολόγηση Στάσης Κινδύνου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411480" cy="36576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8640" y="26974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697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Κρίσιμες Ευπάθειες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411480" cy="36576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48640" y="320040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200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Ανάλυση Επιφάνειας Επίθεσης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411480" cy="36576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48640" y="37033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3703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Οδικός Χάρτης Αποκατάστασης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4206240"/>
            <a:ext cx="411480" cy="36576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48640" y="42062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4206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Επόμενα Βήματα &amp; Συστάσεις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Επισκόπηση Αξιολόγησης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4572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Παράμετρος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Λεπτομέρειες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Επίπεδο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[Bronze/Silver/Gold]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Διάρκεια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[X] ημέρες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Στοιχείοs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Vulnerabilities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1188720"/>
            <a:ext cx="2926080" cy="1005840"/>
          </a:xfrm>
          <a:prstGeom prst="rect">
            <a:avLst/>
          </a:prstGeom>
          <a:solidFill>
            <a:srgbClr val="0F1B2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5852160" y="12344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852160" y="1737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Σύνολο Στοιχείων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852160" y="2377440"/>
            <a:ext cx="2926080" cy="1005840"/>
          </a:xfrm>
          <a:prstGeom prst="rect">
            <a:avLst/>
          </a:prstGeom>
          <a:solidFill>
            <a:srgbClr val="0F1B2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852160" y="24231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852160" y="2926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Ενεργοί Φιλοξενητές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852160" y="3566160"/>
            <a:ext cx="2926080" cy="1005840"/>
          </a:xfrm>
          <a:prstGeom prst="rect">
            <a:avLst/>
          </a:prstGeom>
          <a:solidFill>
            <a:srgbClr val="0F1B2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852160" y="36118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852160" y="4114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Εφαρμογές Web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Περίληψη Βασικών Ευρημάτων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1188720"/>
            <a:ext cx="1920240" cy="7315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371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Κρίσιμο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51760" y="118872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651760" y="1188720"/>
            <a:ext cx="1920240" cy="7315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651760" y="1371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65176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Υψηλό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192024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754880" y="1371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75488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Μεσαίο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0" y="118872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858000" y="1188720"/>
            <a:ext cx="1920240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858000" y="1371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85800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Χαμηλό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Κορυφαία 5 Κρίσιμα Ευρήματα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74720"/>
          <a:ext cx="80467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75895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[Τίτλος ευρήματος — επηρεαζόμενο στοιχείο]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[Τίτλος ευρήματος — επηρεαζόμενο στοιχείο]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[Τίτλος ευρήματος — επηρεαζόμενο στοιχείο]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[Τίτλος ευρήματος — επηρεαζόμενο στοιχείο]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[Τίτλος ευρήματος — επηρεαζόμενο στοιχείο]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Αξιολόγηση Στάσης Κινδύνου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2743200"/>
          </a:xfrm>
          <a:prstGeom prst="rect">
            <a:avLst/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[Εισάγετε οπτικοποίηση στάσης κινδύνου / χάρτη θερμότητας εδώ]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41148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[Παρατήρηση 1]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[Παρατήρηση 2]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[Παρατήρηση 3]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Ανάλυση Επιφάνειας Επίθεσης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51760" y="1325880"/>
            <a:ext cx="457200" cy="2286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651760" y="1325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ΥΨΗΛΟ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Εφαρμογές Web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[Βασικά ευρήματα εδώ]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486400" y="1325880"/>
            <a:ext cx="457200" cy="2286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0" y="1325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ΜΕΣΑΙΟ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520440" y="1325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Υποδομή Cloud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1737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[Βασικά ευρήματα εδώ]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1887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321040" y="1325880"/>
            <a:ext cx="457200" cy="2286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21040" y="1325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ΧΑΜΗΛΟ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355080" y="1325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Ασφάλεια Email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1737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[Βασικά ευρήματα εδώ]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0175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651760" y="3154680"/>
            <a:ext cx="457200" cy="2286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651760" y="3154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ΜΕΣΑΙΟ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85800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Ρύθμιση DNS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35661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[Βασικά ευρήματα εδώ]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83280" y="30175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486400" y="3154680"/>
            <a:ext cx="457200" cy="2286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486400" y="3154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ΧΑΜΗΛΟ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520440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SSL/TLS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20440" y="35661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[Βασικά ευρήματα εδώ]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301752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8321040" y="3154680"/>
            <a:ext cx="457200" cy="2286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321040" y="3154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ΥΨΗΛΟ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355080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Διαπιστευτήρια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55080" y="35661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[Βασικά ευρήματα εδώ]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Λεπτομέρεια Κρίσιμης Ευπάθειας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[Αντιγράψτε για κάθε κρίσιμο εύρημα]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2801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RAVEN-EASM-[NNN]: [Τίτλος Ευρήματος]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  <a:gridCol w="137160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CVSS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[X.X]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Στοιχείο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[asset.example.com]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Αντίκτυπος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[Περιγραφή επιχειρηματικού αντίκτυπου]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/>
                </a:tc>
                <a:tc hMerge="1">
                  <a:txBody>
                    <a:bodyPr/>
                    <a:p/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Αποδεικτικά Στοιχεία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[Θέση στιγμιότυπου/αποδεικτικών]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/>
                </a:tc>
                <a:tc hMerge="1">
                  <a:txBody>
                    <a:bodyPr/>
                    <a:p/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Remediation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[Συγκεκριμένα βήματα αποκατάστασης]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/>
                </a:tc>
                <a:tc hMerge="1">
                  <a:txBody>
                    <a:bodyPr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Οδικός Χάρτης Αποκατάστασης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1097280"/>
            <a:ext cx="1920240" cy="6400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097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0–30 Ημέρες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Άμεσα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1645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Επιδιόρθωση κρίσιμων ευπαθειών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Εναλλαγή εκτεθειμένων διαπιστευτηρίων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Διόρθωση κατάληψης υποτομέων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109728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651760" y="1097280"/>
            <a:ext cx="1920240" cy="64008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651760" y="1097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31–60 Ημέρες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51760" y="1371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Βραχυπρόθεσμα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88920" y="1920240"/>
            <a:ext cx="1645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Λανθασμένες ρυθμίσεις cloud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Ενίσχυση SSL/TLS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Επιβολή DMARC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1920240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754880" y="1097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61–90 Ημέρες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1371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Μεσοπρόθεσμα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1920240"/>
            <a:ext cx="1645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Αξιολόγηση ασφάλειας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Ελέγχοι πρόσβασης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Κίνδυνος προμηθευτών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109728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858000" y="1097280"/>
            <a:ext cx="1920240" cy="6400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58000" y="1097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90+ Ημέρες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0" y="1371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Στρατηγικά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95160" y="1920240"/>
            <a:ext cx="1645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Συνεχής παρακολούθηση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Ωριμότητα ασφάλειας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Εκπαίδευση προσωπικού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Επόμενα Βήματα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Αξιολόγηση και ιεράρχηση κρίσιμων ευρημάτων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874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Έναρξη άμεσης αποκατάστασης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6060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Προγραμματισμός επανελέγχου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2918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246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Ανάπτυξη μακροπρόθεσμου οδικού χάρτη ασφάλειας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39776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152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Εξέταση συνεχούς παρακολούθησης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ave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914400"/>
            <a:ext cx="274320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1031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Ευχαριστούμε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3200400" y="2926080"/>
            <a:ext cx="27432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RAVEN Cybersecurity IKE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[Επαφή]  |  [email]  |  [τηλέφωνο]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4389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ΕΜΠΙΣΤΕΥΤΙΚΟ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EASM Executive Assessment</dc:title>
  <dc:subject>PptxGenJS Presentation</dc:subject>
  <dc:creator>RAVEN Cybersecurity IKE</dc:creator>
  <cp:lastModifiedBy>RAVEN Cybersecurity IKE</cp:lastModifiedBy>
  <cp:revision>1</cp:revision>
  <dcterms:created xsi:type="dcterms:W3CDTF">2026-03-01T11:44:10Z</dcterms:created>
  <dcterms:modified xsi:type="dcterms:W3CDTF">2026-03-01T11:44:10Z</dcterms:modified>
</cp:coreProperties>
</file>